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69"/>
  </p:normalViewPr>
  <p:slideViewPr>
    <p:cSldViewPr snapToGrid="0">
      <p:cViewPr varScale="1">
        <p:scale>
          <a:sx n="88" d="100"/>
          <a:sy n="88" d="100"/>
        </p:scale>
        <p:origin x="18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2D270-69DC-F1F4-49D9-113A91840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64B830-AC7E-2AF0-0617-FA15CECC3D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2CA9A-8E13-1521-A224-8A2CEDC8C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092B4-E086-804F-B1FD-E3D27E6CDA25}" type="datetimeFigureOut">
              <a:rPr lang="en-CH" smtClean="0"/>
              <a:t>17.09.25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51F0B-F7EA-7A13-1CBA-6F9FE5316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3898D-DB09-5541-C4DF-92698E2DC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D9CE2-C546-034C-AC22-63EE4E5662D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08242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82CA4-8186-6B19-2C2A-311723200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E151C-506D-E823-91D4-832C0968F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528FE-EBFE-394B-8413-B3E3736E6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092B4-E086-804F-B1FD-E3D27E6CDA25}" type="datetimeFigureOut">
              <a:rPr lang="en-CH" smtClean="0"/>
              <a:t>17.09.25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0182A-6B7B-69B6-F90A-B4D4EAF3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A6ADC-7477-30EC-E0A0-F28E6E68D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D9CE2-C546-034C-AC22-63EE4E5662D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6765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1140B-09C7-ADAA-0E4E-6C444CB4A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8A75B-3CBF-B4FA-A8D8-06416A9FB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77E62-0DCC-FC99-D194-A09A051F5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092B4-E086-804F-B1FD-E3D27E6CDA25}" type="datetimeFigureOut">
              <a:rPr lang="en-CH" smtClean="0"/>
              <a:t>17.09.25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5DCA4-4FA6-10D1-19E7-9520A6547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81972-3B71-DCE0-01CA-1C80890D4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D9CE2-C546-034C-AC22-63EE4E5662D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90128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9478F-F03A-3AB3-C82B-1B9FC7C54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22F7A-E1CA-3D16-C110-88850517FD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C6C964-E4DE-0CA8-4BD3-2AFF3BFF2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34E688-D048-978A-CCB8-38292D8C0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092B4-E086-804F-B1FD-E3D27E6CDA25}" type="datetimeFigureOut">
              <a:rPr lang="en-CH" smtClean="0"/>
              <a:t>17.09.25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B83403-862F-A8A4-0C7C-C1BB0AFF2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59F554-53BF-7EF8-2F16-3565921F5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D9CE2-C546-034C-AC22-63EE4E5662D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32516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280AF-66D1-4A41-A9A7-26F6F387A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7979E-4804-E7A0-98AF-71178A721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80AF6-AF0E-8C5A-5402-CAD0E121A3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DF51B8-D7F0-73DB-EE0A-85AD562ADA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E1854F-4646-D9BC-427F-76D13511B2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BC4F38-E528-82A3-04CF-8CB616F5F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092B4-E086-804F-B1FD-E3D27E6CDA25}" type="datetimeFigureOut">
              <a:rPr lang="en-CH" smtClean="0"/>
              <a:t>17.09.25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E28250-1618-C029-C92E-D251A13C1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F1163F-D134-96A7-F292-796DE5C33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D9CE2-C546-034C-AC22-63EE4E5662D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41927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25588-8610-B26E-C30B-54DE7549F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3D8A7E-9906-9ED9-C80A-2F81322A4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092B4-E086-804F-B1FD-E3D27E6CDA25}" type="datetimeFigureOut">
              <a:rPr lang="en-CH" smtClean="0"/>
              <a:t>17.09.25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D6058B-A955-5A27-6D8A-FECBEAF09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7D1FA2-D164-E23C-09E3-131999992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D9CE2-C546-034C-AC22-63EE4E5662D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98210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5CF6B5-D583-7485-A0AA-04467148C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092B4-E086-804F-B1FD-E3D27E6CDA25}" type="datetimeFigureOut">
              <a:rPr lang="en-CH" smtClean="0"/>
              <a:t>17.09.25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AC4B0C-175C-501A-43EB-8AA83ECE0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1B808A-7D5D-ECBC-66AA-E52C09C1C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D9CE2-C546-034C-AC22-63EE4E5662D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99754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3E024-E3F0-864D-2234-1999E2CD3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EF197-492C-A51A-DDAC-90D5715B7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ED8BFC-2F8A-5BD0-807B-D14B8CC37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CC127-470F-8357-63B9-97D9B265E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092B4-E086-804F-B1FD-E3D27E6CDA25}" type="datetimeFigureOut">
              <a:rPr lang="en-CH" smtClean="0"/>
              <a:t>17.09.25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319E2B-8DD7-5967-2A26-55F092D9C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CB5C62-038F-E827-2EB5-1DD8A14DA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D9CE2-C546-034C-AC22-63EE4E5662D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45043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28A1C-9255-B497-99C5-D84FA50F3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9EFAC8-E4AF-F7D5-4A9D-02E90E95E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779BA6-5E02-5D30-1F1D-C309AC6B5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411D87-1B7C-966A-0F63-28919F157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092B4-E086-804F-B1FD-E3D27E6CDA25}" type="datetimeFigureOut">
              <a:rPr lang="en-CH" smtClean="0"/>
              <a:t>17.09.25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9B1C1E-4E0E-0375-B9CC-9DCB36229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275D4D-283D-FE0B-8E28-019274F93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D9CE2-C546-034C-AC22-63EE4E5662D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540049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689E4-F55E-035F-2F21-345F5FF34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69A858-6197-774B-03E0-993D006E52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4FE5E-CBB7-231E-608F-A20ABD732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092B4-E086-804F-B1FD-E3D27E6CDA25}" type="datetimeFigureOut">
              <a:rPr lang="en-CH" smtClean="0"/>
              <a:t>17.09.25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B0CBF-5A39-3826-3A65-9DD89E3A6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3986B-E7C4-6174-BD74-EEDEE1CE1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D9CE2-C546-034C-AC22-63EE4E5662D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58349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66195B-71DC-6F27-D9A6-86BD9FBAAD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9AB3B-C967-6E3B-8C11-D66EE0E0D8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E6638-9CB8-2BC7-530E-6F99336AF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092B4-E086-804F-B1FD-E3D27E6CDA25}" type="datetimeFigureOut">
              <a:rPr lang="en-CH" smtClean="0"/>
              <a:t>17.09.25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E6E90-E749-7E3D-5048-463AD77C6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317ED-4D9F-36B7-76DA-ADA1BBD37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D9CE2-C546-034C-AC22-63EE4E5662D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75663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3A4192-4BD0-9EC4-3DC4-B4B2BCE84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004FFB-0FB6-C0A1-54DB-EAD858539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546C4-9D7D-603C-3F79-380CC5D31A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B092B4-E086-804F-B1FD-E3D27E6CDA25}" type="datetimeFigureOut">
              <a:rPr lang="en-CH" smtClean="0"/>
              <a:t>17.09.25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80ED1-55D4-89DE-0A53-5D03856486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E6836-EF53-CF04-9C86-7DDF341626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6D9CE2-C546-034C-AC22-63EE4E5662D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99576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2DABB8D-A78E-60BE-18D5-6A94347E40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15415" y="902136"/>
            <a:ext cx="5388697" cy="58771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16FB25-3D6F-9D27-8346-624DF58631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41808" y="856346"/>
            <a:ext cx="5387642" cy="59218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1D792F0-1FCB-9625-F6A9-0C6A0F027E08}"/>
              </a:ext>
            </a:extLst>
          </p:cNvPr>
          <p:cNvSpPr txBox="1"/>
          <p:nvPr/>
        </p:nvSpPr>
        <p:spPr>
          <a:xfrm>
            <a:off x="333828" y="783774"/>
            <a:ext cx="10856686" cy="11611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CH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0C19EA-59C5-763F-5703-F960EE5C2F9E}"/>
              </a:ext>
            </a:extLst>
          </p:cNvPr>
          <p:cNvSpPr txBox="1"/>
          <p:nvPr/>
        </p:nvSpPr>
        <p:spPr>
          <a:xfrm>
            <a:off x="275769" y="58057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b="1" dirty="0"/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2A6669-F75C-5193-259C-36969ACB6687}"/>
              </a:ext>
            </a:extLst>
          </p:cNvPr>
          <p:cNvSpPr txBox="1"/>
          <p:nvPr/>
        </p:nvSpPr>
        <p:spPr>
          <a:xfrm>
            <a:off x="5682340" y="573318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516266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3392</TotalTime>
  <Words>2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Andres Montfort</dc:creator>
  <cp:lastModifiedBy>Simon Andres Montfort</cp:lastModifiedBy>
  <cp:revision>1</cp:revision>
  <dcterms:created xsi:type="dcterms:W3CDTF">2025-09-17T11:24:55Z</dcterms:created>
  <dcterms:modified xsi:type="dcterms:W3CDTF">2025-09-19T19:56:58Z</dcterms:modified>
</cp:coreProperties>
</file>